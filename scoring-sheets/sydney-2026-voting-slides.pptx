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903720" y="685800"/>
            <a:ext cx="4754880" cy="5486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914400"/>
            <a:ext cx="420624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5257800"/>
            <a:ext cx="4663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Arial"/>
              </a:rPr>
              <a:t>battleofthetechbands.com/vote/crowd/sydney-2026</a:t>
            </a:r>
          </a:p>
        </p:txBody>
      </p:sp>
      <p:pic>
        <p:nvPicPr>
          <p:cNvPr id="5" name="Picture 4" descr="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3331978" cy="1051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874519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5A623"/>
                </a:solidFill>
                <a:latin typeface="Arial"/>
              </a:rPr>
              <a:t>SYDNEY 2026 · CROWD VOTE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Vote for your favourite band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03320"/>
            <a:ext cx="6035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5A623"/>
                </a:solidFill>
                <a:latin typeface="Arial"/>
              </a:rPr>
              <a:t>1  </a:t>
            </a:r>
            <a:r>
              <a:rPr sz="2200" b="0">
                <a:solidFill>
                  <a:srgbClr val="FFFFFF"/>
                </a:solidFill>
                <a:latin typeface="Arial"/>
              </a:rPr>
              <a:t>Scan the QR code with your phone camera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F5A623"/>
                </a:solidFill>
                <a:latin typeface="Arial"/>
              </a:rPr>
              <a:t>2  </a:t>
            </a:r>
            <a:r>
              <a:rPr sz="2200" b="0">
                <a:solidFill>
                  <a:srgbClr val="FFFFFF"/>
                </a:solidFill>
                <a:latin typeface="Arial"/>
              </a:rPr>
              <a:t>Pick your favourite band and submit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F5A623"/>
                </a:solidFill>
                <a:latin typeface="Arial"/>
              </a:rPr>
              <a:t>3  </a:t>
            </a:r>
            <a:r>
              <a:rPr sz="2200" b="0">
                <a:solidFill>
                  <a:srgbClr val="FFFFFF"/>
                </a:solidFill>
                <a:latin typeface="Arial"/>
              </a:rPr>
              <a:t>One vote per person — make it 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7492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A0A0A0"/>
                </a:solidFill>
                <a:latin typeface="Arial"/>
              </a:rPr>
              <a:t>In the running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A0A0A0"/>
                </a:solidFill>
                <a:latin typeface="Arial"/>
              </a:rPr>
              <a:t>Bandlassian  ·  Canvanauts  ·  Amakazaam!  ·  V2 Voyagers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A0A0A0"/>
                </a:solidFill>
                <a:latin typeface="Arial"/>
              </a:rPr>
              <a:t>The crowd vote is 20% of the final score.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2607635" cy="822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4173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Tonight's run 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240280"/>
            <a:ext cx="18288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560320"/>
            <a:ext cx="11064240" cy="6583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60320"/>
            <a:ext cx="14630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5A623"/>
                </a:solidFill>
                <a:latin typeface="Arial"/>
              </a:rPr>
              <a:t>7:15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560320"/>
            <a:ext cx="38404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ShipReX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560320"/>
            <a:ext cx="5486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A0A0A0"/>
                </a:solidFill>
                <a:latin typeface="Arial"/>
              </a:rPr>
              <a:t>Rex Software · special guests (not competing)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328415"/>
            <a:ext cx="11064240" cy="6583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328415"/>
            <a:ext cx="14630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5A623"/>
                </a:solidFill>
                <a:latin typeface="Arial"/>
              </a:rPr>
              <a:t>7:50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328415"/>
            <a:ext cx="38404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Bandlassian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3328415"/>
            <a:ext cx="5486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A0A0A0"/>
                </a:solidFill>
                <a:latin typeface="Arial"/>
              </a:rPr>
              <a:t>Atlassian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96511"/>
            <a:ext cx="11064240" cy="6583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096511"/>
            <a:ext cx="14630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5A623"/>
                </a:solidFill>
                <a:latin typeface="Arial"/>
              </a:rPr>
              <a:t>8:25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096511"/>
            <a:ext cx="38404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Canvanauts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4096511"/>
            <a:ext cx="5486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A0A0A0"/>
                </a:solidFill>
                <a:latin typeface="Arial"/>
              </a:rPr>
              <a:t>Canva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64607"/>
            <a:ext cx="11064240" cy="6583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864607"/>
            <a:ext cx="14630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5A623"/>
                </a:solidFill>
                <a:latin typeface="Arial"/>
              </a:rPr>
              <a:t>9:00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864607"/>
            <a:ext cx="38404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Amakazaam!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4864607"/>
            <a:ext cx="5486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A0A0A0"/>
                </a:solidFill>
                <a:latin typeface="Arial"/>
              </a:rPr>
              <a:t>Amazon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632703"/>
            <a:ext cx="11064240" cy="6583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632703"/>
            <a:ext cx="14630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5A623"/>
                </a:solidFill>
                <a:latin typeface="Arial"/>
              </a:rPr>
              <a:t>9:35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5632703"/>
            <a:ext cx="38404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V2 Voyagers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5632703"/>
            <a:ext cx="5486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A0A0A0"/>
                </a:solidFill>
                <a:latin typeface="Arial"/>
              </a:rPr>
              <a:t>V2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A0A0A0"/>
                </a:solidFill>
                <a:latin typeface="Arial"/>
              </a:rPr>
              <a:t>Crowd voting: battleofthetechbands.com/vote/crowd/sydney-2026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